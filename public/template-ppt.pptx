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89582C6-51E8-F0B2-A628-9CC27E4926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4"/>
          <a:stretch/>
        </p:blipFill>
        <p:spPr>
          <a:xfrm>
            <a:off x="0" y="5042045"/>
            <a:ext cx="12192000" cy="18159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09083"/>
            <a:ext cx="9144000" cy="1400879"/>
          </a:xfrm>
        </p:spPr>
        <p:txBody>
          <a:bodyPr anchor="ctr">
            <a:normAutofit/>
          </a:bodyPr>
          <a:lstStyle>
            <a:lvl1pPr algn="ctr">
              <a:defRPr sz="5500" b="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028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5DBC9-C039-182C-6351-84DF7FE22B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04190" cy="100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5B5031-740D-A945-3027-280D4C78E8F0}"/>
              </a:ext>
            </a:extLst>
          </p:cNvPr>
          <p:cNvSpPr txBox="1"/>
          <p:nvPr userDrawn="1"/>
        </p:nvSpPr>
        <p:spPr>
          <a:xfrm>
            <a:off x="217353" y="6546195"/>
            <a:ext cx="3410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110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Copyright © 202</a:t>
            </a:r>
            <a:r>
              <a:rPr lang="en-GB" sz="110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3</a:t>
            </a:r>
            <a:r>
              <a:rPr lang="id-ID" sz="110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Corporate Secretary Hasnur Grou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</a:t>
            </a:r>
            <a:endParaRPr lang="id-ID" sz="1100" dirty="0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4CE3FFE-4C7A-DF0F-F07F-2DDC308024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619" y="504000"/>
            <a:ext cx="1676202" cy="1440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9D28C0B-28E2-E822-D1E7-F1B466E24C95}"/>
              </a:ext>
            </a:extLst>
          </p:cNvPr>
          <p:cNvGrpSpPr/>
          <p:nvPr userDrawn="1"/>
        </p:nvGrpSpPr>
        <p:grpSpPr>
          <a:xfrm>
            <a:off x="3877053" y="4662498"/>
            <a:ext cx="4437893" cy="759093"/>
            <a:chOff x="2063259" y="4420917"/>
            <a:chExt cx="4437893" cy="75909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22BCB67-8C22-577D-225B-CE3FABD789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259" y="4424010"/>
              <a:ext cx="613800" cy="7200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A4796C3-7B7B-DE99-4DC4-7B6FC87FD5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328" y="4424010"/>
              <a:ext cx="605507" cy="756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234EF22-6569-FCF5-D669-44205693AD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5104" y="4424010"/>
              <a:ext cx="613800" cy="7200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027AF16-7BA6-25C9-5B5A-61503A261B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6058" y="4424010"/>
              <a:ext cx="603737" cy="7560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C7AB7C1-B3FB-6D92-B1A1-D023E73825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6949" y="4424010"/>
              <a:ext cx="614065" cy="7200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F49CD1A-5B4D-4E84-AAAC-12CE5A25BD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7018" y="4424010"/>
              <a:ext cx="614065" cy="7200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712AA98-099E-72E5-D320-113CEF079C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7087" y="4420917"/>
              <a:ext cx="614065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04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7C5855D-557B-7A7F-5EFB-C4EFDA93B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4"/>
          <a:stretch/>
        </p:blipFill>
        <p:spPr>
          <a:xfrm>
            <a:off x="0" y="5042045"/>
            <a:ext cx="12192000" cy="18159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8F2B38-0882-D3EC-F79E-715AA43F5B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04190" cy="100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 b="0"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 b="0"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 b="0"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 b="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F85118-6B5D-8791-F091-1B3ED2DBF5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649" y="468000"/>
            <a:ext cx="1257151" cy="1080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792A81F-C5F3-0EA7-D272-47678322E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80871" cy="1325563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736602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D26140-7C16-7A8F-6AAF-093FE93406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04190" cy="100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F205E2-46B8-02A5-D4D9-A5E3A9BFAB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4"/>
          <a:stretch/>
        </p:blipFill>
        <p:spPr>
          <a:xfrm>
            <a:off x="0" y="5042045"/>
            <a:ext cx="12192000" cy="181595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1F53B5B-FF0E-0056-47BE-6AA77325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80871" cy="1325563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9AF77A-826F-1A61-BF3B-814A766BF2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649" y="468000"/>
            <a:ext cx="125715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0406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A6010B-8F86-7886-9F2C-76F7BB5904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04190" cy="100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001CB6-7DDD-5220-167C-AE55893A0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4"/>
          <a:stretch/>
        </p:blipFill>
        <p:spPr>
          <a:xfrm>
            <a:off x="0" y="5042045"/>
            <a:ext cx="12192000" cy="181595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38F79C5-978E-85E5-D137-440BC6595F5C}"/>
              </a:ext>
            </a:extLst>
          </p:cNvPr>
          <p:cNvSpPr/>
          <p:nvPr userDrawn="1"/>
        </p:nvSpPr>
        <p:spPr>
          <a:xfrm>
            <a:off x="1557918" y="2644798"/>
            <a:ext cx="90761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1800" b="1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SANGGAHAN (</a:t>
            </a:r>
            <a:r>
              <a:rPr lang="id-ID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DISCLAIMER</a:t>
            </a:r>
            <a:r>
              <a:rPr lang="id-ID" sz="1800" b="1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GB" sz="1800" b="1" dirty="0">
              <a:solidFill>
                <a:schemeClr val="accent1">
                  <a:lumMod val="75000"/>
                </a:schemeClr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d-ID" sz="1400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Dokumen ini merupakan dokumen Perusahaan yang bersifat rahasia dan diperuntukkan serta dipergunakan hanya untuk kepentingan HASNUR GROUP</a:t>
            </a:r>
          </a:p>
          <a:p>
            <a:pPr algn="ctr"/>
            <a:endParaRPr lang="id-ID" sz="1400" kern="1200" dirty="0">
              <a:solidFill>
                <a:schemeClr val="accent1">
                  <a:lumMod val="75000"/>
                </a:schemeClr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d-ID" sz="1400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Dokumen ini tidak untuk didistribusikan ke luar HASNUR GROUP baik keseluruhan dokumen maupun sebagian dokumen tanpa persetujuan dari pihak HASNUR GROUP yang berwenang</a:t>
            </a:r>
          </a:p>
          <a:p>
            <a:pPr algn="ctr"/>
            <a:endParaRPr lang="id-ID" sz="1400" kern="1200" dirty="0">
              <a:solidFill>
                <a:schemeClr val="accent1">
                  <a:lumMod val="75000"/>
                </a:schemeClr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id-ID" sz="1400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Segala bentuk pelanggaran dan penyalahgunaan dokumen ini akan ditindak sesuai dengan ketentuan hukum yang berlaku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56F026-3600-07FD-CF67-070E79AA00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619" y="504000"/>
            <a:ext cx="167620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4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DC8D3-A720-48CE-A03D-3745C9ADA588}" type="datetimeFigureOut">
              <a:rPr lang="en-ID" smtClean="0"/>
              <a:t>22/09/2026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FFBB0-0C23-4F52-B66D-9340E4933D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20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FD6ABE-1523-9137-53C8-114347D0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564" y="1876278"/>
            <a:ext cx="9180871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id-ID" dirty="0"/>
            </a:br>
            <a:br>
              <a:rPr lang="id-ID" dirty="0"/>
            </a:br>
            <a:br>
              <a:rPr lang="id-ID" dirty="0"/>
            </a:br>
            <a:br>
              <a:rPr lang="id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897476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Tahoma</vt:lpstr>
      <vt:lpstr>1_Office Theme</vt:lpstr>
      <vt:lpstr>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Agung Laksono</dc:creator>
  <cp:lastModifiedBy>Agung Laksono</cp:lastModifiedBy>
  <cp:revision>13</cp:revision>
  <dcterms:created xsi:type="dcterms:W3CDTF">2026-07-17T09:00:25Z</dcterms:created>
  <dcterms:modified xsi:type="dcterms:W3CDTF">2026-09-22T11:23:00Z</dcterms:modified>
</cp:coreProperties>
</file>